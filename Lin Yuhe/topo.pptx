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88806-FDE1-4C3F-97C6-A58C771EA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E14DB6-9B4A-4142-AD2C-C0C9B7A4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48C714-6E09-4A1B-935A-FFF7B1FF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C6B5E-62FB-4BD6-8423-B387D38B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5C7B12-C846-48DB-A8B6-46DC756F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09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2735C-3DC6-4EFE-BF5D-4DE9CBE3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34B65-9436-44FE-81A7-71EF12164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EE887-1999-46E4-842F-1603A38C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B09A9-CCF8-4128-BB04-7B231CF6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0F711-CCD3-4382-832F-F1B63AE8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11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A5045-FBF5-42E3-9E33-48A2471A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9C5A39-5C88-40FA-B78D-B2A58276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03F22-2C49-49E8-B73C-4F39CA03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5205BB-DE95-4F58-A64C-5EF418B6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FD51B-E37D-401A-8AFD-97BF81AA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9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63A6D-2ED6-41DA-A266-315ED163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CF1E9-05DF-4887-A6BF-60A4366EF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EFB6D7-C34B-4D26-8536-A9FF1C458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B68CB3-9C9C-4BCF-8849-C7C1281F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F043B0-E0FC-4DFE-8346-60686674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08C841-C079-456C-A828-5154E4D5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338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42F29-5230-4DDE-9466-C8074705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436117-ADF3-4666-99C1-70F78427A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3CF00-6ACF-4F66-A1FD-4B1FB5B74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DD1F4C-FDFF-424B-83EA-1A33799FE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0A1E85-CB80-4004-AB17-F68AAEF55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4734C0-E0C1-4645-BDBB-641FE52D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30B399-5E9B-48D9-B88C-E0A11855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B6FE49-DA17-45C7-829A-29E74C8A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0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0DF4A-0AB2-479A-BA0B-4AEBDB26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41608E-621C-4A24-BC03-B2B55B81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FDD001-A618-411C-BBEA-265FF33E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C59127-736C-470C-9316-50BDAFD2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84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AF3805-A34A-48EE-9103-2E85ECA8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BD1162-B84F-48B5-9F2D-C8A5BA1F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CA1A6-508D-452C-9346-F42971E7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39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CD9E8-8C66-4F20-AF78-0D2104DD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243D0-68B6-485E-A0A1-6C6AE3602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236142-C7F0-488A-A352-2E95BFDBE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B7458-7D6A-4CF5-9119-F885252B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97737A-E030-4D0A-9F08-438D9D3E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2CC09-1DFF-4AE8-9CBE-009111CA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5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CE0B4-F60F-4BE4-B736-D0E780AC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CEC66C-1A01-4A68-90B6-34779AB97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7B6C80-02CA-494D-B183-FF7334E24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674DA5-8EDE-41DD-873F-D52B07C3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145A1B-9E10-4E48-8B6F-2A4B4B272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499919-CD68-465C-AE85-182F438C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11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5813F-6DC2-48B3-999C-9D8626D2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4F1F9-286E-4C1A-A13B-D3539FC4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A245B0-A956-4C61-96A5-0F0C7D18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26EA5-CD34-4926-B5D6-63D27AE9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2D706-811F-463C-BB93-A495404A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64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CA3B66-2E4F-4893-B00F-42AD71599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99FB95-62FF-4F8F-8097-308294E4B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203751-E1FA-4759-AE99-0F618F1F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1100B-230E-4490-BC0A-9297B0D9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203695-DD2B-44ED-8F33-1E5254DE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4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B74A60-BB8C-4251-9C2D-BF860CCA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C858F0-D16C-4B40-A9BC-700E699E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55ED22-A716-4533-8B46-FC496A2E1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CEF51-89DD-457C-A7D0-C7891E099EE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883DDB-D0A9-492D-B63E-18E806330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BD66B3-5E5E-441C-A0BC-AADE36D59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62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D76CD3E-12D8-473E-890E-DA544011C777}"/>
              </a:ext>
            </a:extLst>
          </p:cNvPr>
          <p:cNvSpPr/>
          <p:nvPr/>
        </p:nvSpPr>
        <p:spPr>
          <a:xfrm>
            <a:off x="2135081" y="2689932"/>
            <a:ext cx="612559" cy="6125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1E8401E-58E3-45B3-9032-B04D5379295E}"/>
              </a:ext>
            </a:extLst>
          </p:cNvPr>
          <p:cNvSpPr/>
          <p:nvPr/>
        </p:nvSpPr>
        <p:spPr>
          <a:xfrm>
            <a:off x="7714696" y="2689933"/>
            <a:ext cx="612559" cy="6125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F67D7B-F7C6-4151-9D5F-BA9E6B7DD3CA}"/>
              </a:ext>
            </a:extLst>
          </p:cNvPr>
          <p:cNvSpPr/>
          <p:nvPr/>
        </p:nvSpPr>
        <p:spPr>
          <a:xfrm>
            <a:off x="3528875" y="2689933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C13B2A-DFEC-453B-8702-308487606F26}"/>
              </a:ext>
            </a:extLst>
          </p:cNvPr>
          <p:cNvSpPr/>
          <p:nvPr/>
        </p:nvSpPr>
        <p:spPr>
          <a:xfrm>
            <a:off x="4270159" y="1553592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3DFDF0-F3D9-4606-AFB6-84E8CB1EC028}"/>
              </a:ext>
            </a:extLst>
          </p:cNvPr>
          <p:cNvSpPr/>
          <p:nvPr/>
        </p:nvSpPr>
        <p:spPr>
          <a:xfrm>
            <a:off x="5483441" y="1553592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D495C8-EE17-48D2-B23A-79F5D0437135}"/>
              </a:ext>
            </a:extLst>
          </p:cNvPr>
          <p:cNvSpPr/>
          <p:nvPr/>
        </p:nvSpPr>
        <p:spPr>
          <a:xfrm>
            <a:off x="4939684" y="3773009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70D3A-5421-482F-943C-932520AD36A0}"/>
              </a:ext>
            </a:extLst>
          </p:cNvPr>
          <p:cNvSpPr/>
          <p:nvPr/>
        </p:nvSpPr>
        <p:spPr>
          <a:xfrm>
            <a:off x="6445188" y="2689933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s4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B432C1E-787E-452B-ACD4-74E561032903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2747640" y="2996212"/>
            <a:ext cx="7812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284F35E-F69B-49FF-998B-452AC0F80D0C}"/>
              </a:ext>
            </a:extLst>
          </p:cNvPr>
          <p:cNvCxnSpPr>
            <a:cxnSpLocks/>
            <a:stCxn id="10" idx="3"/>
            <a:endCxn id="5" idx="2"/>
          </p:cNvCxnSpPr>
          <p:nvPr/>
        </p:nvCxnSpPr>
        <p:spPr>
          <a:xfrm>
            <a:off x="7057747" y="2996213"/>
            <a:ext cx="6569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563EFE9-A6F1-42DC-85CD-AE908E5312CD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5552243" y="3302492"/>
            <a:ext cx="1199225" cy="776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84AD375-6AD3-4B91-84A9-C88B4A1ED60D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>
            <a:off x="3835155" y="3302492"/>
            <a:ext cx="1104529" cy="776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8C68EF9-25DC-4F5B-91E0-8100A321C5FF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6096000" y="1859872"/>
            <a:ext cx="655468" cy="830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618A8A-B49F-4B86-9336-F677E7C2F864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flipV="1">
            <a:off x="3835155" y="1859872"/>
            <a:ext cx="435004" cy="830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895BEE4-40B8-4F0E-A6EF-F5CB59FEE03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882718" y="1859872"/>
            <a:ext cx="600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B6A84637-5E52-4E9D-9E4D-E1ABE9BEB0DA}"/>
              </a:ext>
            </a:extLst>
          </p:cNvPr>
          <p:cNvSpPr txBox="1"/>
          <p:nvPr/>
        </p:nvSpPr>
        <p:spPr>
          <a:xfrm>
            <a:off x="2687742" y="2749990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A01EB6B-1257-45DE-ABAF-324EF25AC185}"/>
              </a:ext>
            </a:extLst>
          </p:cNvPr>
          <p:cNvSpPr txBox="1"/>
          <p:nvPr/>
        </p:nvSpPr>
        <p:spPr>
          <a:xfrm>
            <a:off x="3185989" y="299621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9141D11-D6A1-42E9-871A-18D3C1FA0B9C}"/>
              </a:ext>
            </a:extLst>
          </p:cNvPr>
          <p:cNvSpPr txBox="1"/>
          <p:nvPr/>
        </p:nvSpPr>
        <p:spPr>
          <a:xfrm>
            <a:off x="3528875" y="2413683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42AEE6B-3143-4061-86E4-19CFC52B26D0}"/>
              </a:ext>
            </a:extLst>
          </p:cNvPr>
          <p:cNvSpPr txBox="1"/>
          <p:nvPr/>
        </p:nvSpPr>
        <p:spPr>
          <a:xfrm>
            <a:off x="3649847" y="333252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eth3</a:t>
            </a:r>
            <a:endParaRPr lang="zh-CN" altLang="en-US" sz="1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CDF4A82-28C2-4F35-9D3C-9D294EED8C3F}"/>
              </a:ext>
            </a:extLst>
          </p:cNvPr>
          <p:cNvSpPr txBox="1"/>
          <p:nvPr/>
        </p:nvSpPr>
        <p:spPr>
          <a:xfrm>
            <a:off x="6996370" y="278002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8BFE330-5F9F-429C-B777-FBAC4F0EAE26}"/>
              </a:ext>
            </a:extLst>
          </p:cNvPr>
          <p:cNvSpPr txBox="1"/>
          <p:nvPr/>
        </p:nvSpPr>
        <p:spPr>
          <a:xfrm>
            <a:off x="7394768" y="2991770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5F3A4BE-6065-410D-8B2A-96D00DDC0997}"/>
              </a:ext>
            </a:extLst>
          </p:cNvPr>
          <p:cNvSpPr txBox="1"/>
          <p:nvPr/>
        </p:nvSpPr>
        <p:spPr>
          <a:xfrm>
            <a:off x="4576438" y="3986207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5AEE7D2-2CBD-4004-A564-E3F3F7538ADA}"/>
              </a:ext>
            </a:extLst>
          </p:cNvPr>
          <p:cNvSpPr txBox="1"/>
          <p:nvPr/>
        </p:nvSpPr>
        <p:spPr>
          <a:xfrm>
            <a:off x="5531882" y="3986206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392E653-0246-41C3-9DE2-F7AD2B4385A0}"/>
              </a:ext>
            </a:extLst>
          </p:cNvPr>
          <p:cNvSpPr txBox="1"/>
          <p:nvPr/>
        </p:nvSpPr>
        <p:spPr>
          <a:xfrm>
            <a:off x="6590599" y="244371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4CCD6BF-7E64-44C6-B6CA-E735CD98B335}"/>
              </a:ext>
            </a:extLst>
          </p:cNvPr>
          <p:cNvSpPr txBox="1"/>
          <p:nvPr/>
        </p:nvSpPr>
        <p:spPr>
          <a:xfrm>
            <a:off x="6537306" y="333252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eth3</a:t>
            </a:r>
            <a:endParaRPr lang="zh-CN" altLang="en-US" sz="1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6F5C5F-57B2-42A1-A79B-CAD11B7A8A3C}"/>
              </a:ext>
            </a:extLst>
          </p:cNvPr>
          <p:cNvSpPr txBox="1"/>
          <p:nvPr/>
        </p:nvSpPr>
        <p:spPr>
          <a:xfrm>
            <a:off x="3919490" y="1692504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AE068DD-EB99-4B24-8E87-2B76A5F32B40}"/>
              </a:ext>
            </a:extLst>
          </p:cNvPr>
          <p:cNvSpPr txBox="1"/>
          <p:nvPr/>
        </p:nvSpPr>
        <p:spPr>
          <a:xfrm>
            <a:off x="5150171" y="183344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947971B-97EE-4FDB-A637-1CDF12928F90}"/>
              </a:ext>
            </a:extLst>
          </p:cNvPr>
          <p:cNvSpPr txBox="1"/>
          <p:nvPr/>
        </p:nvSpPr>
        <p:spPr>
          <a:xfrm>
            <a:off x="4821697" y="162912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66AEF78-914B-4033-BC41-F9C46ABF3E90}"/>
              </a:ext>
            </a:extLst>
          </p:cNvPr>
          <p:cNvSpPr txBox="1"/>
          <p:nvPr/>
        </p:nvSpPr>
        <p:spPr>
          <a:xfrm>
            <a:off x="6034979" y="1706734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4858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7F4AA67-2933-46DF-85DF-7F20F61E8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24" y="920791"/>
            <a:ext cx="5729274" cy="28369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09AA2C1-815C-4BDE-95DC-A199E0414B41}"/>
              </a:ext>
            </a:extLst>
          </p:cNvPr>
          <p:cNvSpPr txBox="1"/>
          <p:nvPr/>
        </p:nvSpPr>
        <p:spPr>
          <a:xfrm>
            <a:off x="8135263" y="869661"/>
            <a:ext cx="3818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h1 ping h2</a:t>
            </a:r>
          </a:p>
          <a:p>
            <a:r>
              <a:rPr lang="en-US" altLang="zh-CN" dirty="0"/>
              <a:t>Path: h1 - s1-s5-s4 - h2</a:t>
            </a:r>
          </a:p>
          <a:p>
            <a:r>
              <a:rPr lang="en-US" altLang="zh-CN" b="1" dirty="0"/>
              <a:t>Out port: </a:t>
            </a:r>
            <a:r>
              <a:rPr lang="en-US" altLang="zh-CN" dirty="0"/>
              <a:t>eth3-eth2-eth1 = </a:t>
            </a:r>
            <a:r>
              <a:rPr lang="en-US" altLang="zh-CN" b="1" dirty="0"/>
              <a:t>[3, 2, 1]</a:t>
            </a:r>
            <a:endParaRPr lang="zh-CN" altLang="en-US" b="1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C81180F-7F31-442A-8C90-061D93E60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402" y="4903780"/>
            <a:ext cx="3044639" cy="7010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0952E1E-DDE3-4EE3-96C9-C7086466DD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244"/>
          <a:stretch/>
        </p:blipFill>
        <p:spPr>
          <a:xfrm>
            <a:off x="586654" y="3247476"/>
            <a:ext cx="3594729" cy="862173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7C580D-5939-4B19-8289-96C5E069F530}"/>
              </a:ext>
            </a:extLst>
          </p:cNvPr>
          <p:cNvCxnSpPr/>
          <p:nvPr/>
        </p:nvCxnSpPr>
        <p:spPr>
          <a:xfrm flipH="1">
            <a:off x="2947387" y="2417390"/>
            <a:ext cx="816745" cy="830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F2AC11-142E-40E3-8804-C6B46065D5FF}"/>
              </a:ext>
            </a:extLst>
          </p:cNvPr>
          <p:cNvCxnSpPr>
            <a:cxnSpLocks/>
          </p:cNvCxnSpPr>
          <p:nvPr/>
        </p:nvCxnSpPr>
        <p:spPr>
          <a:xfrm flipH="1">
            <a:off x="4347743" y="3112919"/>
            <a:ext cx="656307" cy="1725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EB254132-52FD-4F19-AF7E-2D8A99505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852" y="4968756"/>
            <a:ext cx="3223602" cy="636047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1C91541-71F8-4278-ABE8-F3A0BCD85B2E}"/>
              </a:ext>
            </a:extLst>
          </p:cNvPr>
          <p:cNvCxnSpPr>
            <a:cxnSpLocks/>
          </p:cNvCxnSpPr>
          <p:nvPr/>
        </p:nvCxnSpPr>
        <p:spPr>
          <a:xfrm>
            <a:off x="6659210" y="2976876"/>
            <a:ext cx="780278" cy="19269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E2CAC1AE-07B9-4C33-9B92-5D16940C3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653" y="3757693"/>
            <a:ext cx="3468413" cy="573043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557CB3B-2ABA-4964-A966-2D210A964BBF}"/>
              </a:ext>
            </a:extLst>
          </p:cNvPr>
          <p:cNvCxnSpPr>
            <a:cxnSpLocks/>
          </p:cNvCxnSpPr>
          <p:nvPr/>
        </p:nvCxnSpPr>
        <p:spPr>
          <a:xfrm>
            <a:off x="7593865" y="2398522"/>
            <a:ext cx="1082796" cy="128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8E9B3D0-26EC-4C8C-87D1-E4F0F405D29E}"/>
              </a:ext>
            </a:extLst>
          </p:cNvPr>
          <p:cNvCxnSpPr>
            <a:cxnSpLocks/>
          </p:cNvCxnSpPr>
          <p:nvPr/>
        </p:nvCxnSpPr>
        <p:spPr>
          <a:xfrm>
            <a:off x="3523379" y="2339242"/>
            <a:ext cx="6580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0244BCB-06C2-49CD-98FB-AFAEF23F1472}"/>
              </a:ext>
            </a:extLst>
          </p:cNvPr>
          <p:cNvCxnSpPr>
            <a:cxnSpLocks/>
          </p:cNvCxnSpPr>
          <p:nvPr/>
        </p:nvCxnSpPr>
        <p:spPr>
          <a:xfrm>
            <a:off x="4467825" y="2653710"/>
            <a:ext cx="950967" cy="6463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FABB1F0-0795-4549-A880-8DDD017BFBBB}"/>
              </a:ext>
            </a:extLst>
          </p:cNvPr>
          <p:cNvCxnSpPr>
            <a:cxnSpLocks/>
          </p:cNvCxnSpPr>
          <p:nvPr/>
        </p:nvCxnSpPr>
        <p:spPr>
          <a:xfrm flipV="1">
            <a:off x="5998997" y="2653710"/>
            <a:ext cx="997596" cy="655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55EAB42-6F63-4A2A-810A-F08E0E7727B5}"/>
              </a:ext>
            </a:extLst>
          </p:cNvPr>
          <p:cNvCxnSpPr>
            <a:cxnSpLocks/>
          </p:cNvCxnSpPr>
          <p:nvPr/>
        </p:nvCxnSpPr>
        <p:spPr>
          <a:xfrm>
            <a:off x="7293511" y="2345564"/>
            <a:ext cx="620761" cy="21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19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CAD01E9-BB7E-49B2-934B-9AAF61542931}"/>
              </a:ext>
            </a:extLst>
          </p:cNvPr>
          <p:cNvSpPr txBox="1"/>
          <p:nvPr/>
        </p:nvSpPr>
        <p:spPr>
          <a:xfrm>
            <a:off x="3253789" y="910979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s1 flow table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98400F-5972-4AAB-B474-BB460AE09D03}"/>
              </a:ext>
            </a:extLst>
          </p:cNvPr>
          <p:cNvSpPr txBox="1"/>
          <p:nvPr/>
        </p:nvSpPr>
        <p:spPr>
          <a:xfrm>
            <a:off x="1096717" y="4562727"/>
            <a:ext cx="6898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 LLDP automatic</a:t>
            </a:r>
          </a:p>
          <a:p>
            <a:r>
              <a:rPr lang="en-US" altLang="zh-CN" b="1" dirty="0"/>
              <a:t>2, 3, 4: forward pkt to the corresponding port AND pop </a:t>
            </a:r>
            <a:r>
              <a:rPr lang="en-US" altLang="zh-CN" b="1" dirty="0" err="1"/>
              <a:t>vlan</a:t>
            </a:r>
            <a:r>
              <a:rPr lang="en-US" altLang="zh-CN" b="1" dirty="0"/>
              <a:t> tag</a:t>
            </a:r>
            <a:endParaRPr lang="zh-CN" altLang="en-US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157A09-3135-4351-887A-8969CE50DBF5}"/>
              </a:ext>
            </a:extLst>
          </p:cNvPr>
          <p:cNvSpPr txBox="1"/>
          <p:nvPr/>
        </p:nvSpPr>
        <p:spPr>
          <a:xfrm>
            <a:off x="1096717" y="1842949"/>
            <a:ext cx="64343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cookie=0x0, duration=39.239s, table=0, </a:t>
            </a:r>
            <a:r>
              <a:rPr lang="en-US" altLang="zh-CN" sz="1200" dirty="0" err="1"/>
              <a:t>n_packets</a:t>
            </a:r>
            <a:r>
              <a:rPr lang="en-US" altLang="zh-CN" sz="1200" dirty="0"/>
              <a:t>=88, </a:t>
            </a:r>
            <a:r>
              <a:rPr lang="en-US" altLang="zh-CN" sz="1200" dirty="0" err="1"/>
              <a:t>n_bytes</a:t>
            </a:r>
            <a:r>
              <a:rPr lang="en-US" altLang="zh-CN" sz="1200" dirty="0"/>
              <a:t>=5280, priority=65535,dl_dst=01:80:c2:00:00:0e,dl_type=0x88cc actions=CONTROLLER:65535</a:t>
            </a:r>
          </a:p>
          <a:p>
            <a:endParaRPr lang="en-US" altLang="zh-CN" sz="1200" dirty="0"/>
          </a:p>
          <a:p>
            <a:r>
              <a:rPr lang="en-US" altLang="zh-CN" sz="1200" dirty="0"/>
              <a:t> cookie=0x0, duration=39.240s, table=0, </a:t>
            </a:r>
            <a:r>
              <a:rPr lang="en-US" altLang="zh-CN" sz="1200" dirty="0" err="1"/>
              <a:t>n_packets</a:t>
            </a:r>
            <a:r>
              <a:rPr lang="en-US" altLang="zh-CN" sz="1200" dirty="0"/>
              <a:t>=10, </a:t>
            </a:r>
            <a:r>
              <a:rPr lang="en-US" altLang="zh-CN" sz="1200" dirty="0" err="1"/>
              <a:t>n_bytes</a:t>
            </a:r>
            <a:r>
              <a:rPr lang="en-US" altLang="zh-CN" sz="1200" dirty="0"/>
              <a:t>=460, priority=2000,dl_vlan=1 actions=pop_vlan,output:"s1-eth1“</a:t>
            </a:r>
          </a:p>
          <a:p>
            <a:endParaRPr lang="en-US" altLang="zh-CN" sz="1200" dirty="0"/>
          </a:p>
          <a:p>
            <a:r>
              <a:rPr lang="en-US" altLang="zh-CN" sz="1200" dirty="0"/>
              <a:t> cookie=0x0, duration=39.240s, table=0, </a:t>
            </a:r>
            <a:r>
              <a:rPr lang="en-US" altLang="zh-CN" sz="1200" dirty="0" err="1"/>
              <a:t>n_packets</a:t>
            </a:r>
            <a:r>
              <a:rPr lang="en-US" altLang="zh-CN" sz="1200" dirty="0"/>
              <a:t>=7, </a:t>
            </a:r>
            <a:r>
              <a:rPr lang="en-US" altLang="zh-CN" sz="1200" dirty="0" err="1"/>
              <a:t>n_bytes</a:t>
            </a:r>
            <a:r>
              <a:rPr lang="en-US" altLang="zh-CN" sz="1200" dirty="0"/>
              <a:t>=406, priority=2000,dl_vlan=2 actions=pop_vlan,output:"s1-eth2“</a:t>
            </a:r>
          </a:p>
          <a:p>
            <a:endParaRPr lang="en-US" altLang="zh-CN" sz="1200" dirty="0"/>
          </a:p>
          <a:p>
            <a:r>
              <a:rPr lang="en-US" altLang="zh-CN" sz="1200" dirty="0"/>
              <a:t> cookie=0x0, duration=39.240s, table=0, </a:t>
            </a:r>
            <a:r>
              <a:rPr lang="en-US" altLang="zh-CN" sz="1200" dirty="0" err="1"/>
              <a:t>n_packets</a:t>
            </a:r>
            <a:r>
              <a:rPr lang="en-US" altLang="zh-CN" sz="1200" dirty="0"/>
              <a:t>=3, </a:t>
            </a:r>
            <a:r>
              <a:rPr lang="en-US" altLang="zh-CN" sz="1200" dirty="0" err="1"/>
              <a:t>n_bytes</a:t>
            </a:r>
            <a:r>
              <a:rPr lang="en-US" altLang="zh-CN" sz="1200" dirty="0"/>
              <a:t>=162, priority=2000,dl_vlan=3 actions=pop_vlan,output:"s1-eth3"</a:t>
            </a:r>
            <a:endParaRPr lang="zh-CN" altLang="en-US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F30F19-7C4E-4AF3-9853-219979DD8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199" y="1733181"/>
            <a:ext cx="4235391" cy="23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4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D0FC463-60C6-44BB-8393-44CD12AB9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092" y="163898"/>
            <a:ext cx="3393036" cy="65302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541BAB-00A9-4389-94FD-FB87BF6A0A18}"/>
              </a:ext>
            </a:extLst>
          </p:cNvPr>
          <p:cNvSpPr txBox="1"/>
          <p:nvPr/>
        </p:nvSpPr>
        <p:spPr>
          <a:xfrm>
            <a:off x="847288" y="1098958"/>
            <a:ext cx="58080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h1 ping h2</a:t>
            </a:r>
          </a:p>
          <a:p>
            <a:r>
              <a:rPr lang="en-US" altLang="zh-CN" dirty="0"/>
              <a:t>Pkt header structure</a:t>
            </a:r>
          </a:p>
          <a:p>
            <a:endParaRPr lang="en-US" altLang="zh-CN" dirty="0"/>
          </a:p>
          <a:p>
            <a:r>
              <a:rPr lang="en-US" altLang="zh-CN" dirty="0"/>
              <a:t>In native </a:t>
            </a:r>
            <a:r>
              <a:rPr lang="en-US" altLang="zh-CN" dirty="0" err="1"/>
              <a:t>mininet</a:t>
            </a:r>
            <a:r>
              <a:rPr lang="en-US" altLang="zh-CN" dirty="0"/>
              <a:t>, ping is without source routing headers.</a:t>
            </a:r>
          </a:p>
          <a:p>
            <a:r>
              <a:rPr lang="en-US" altLang="zh-CN" dirty="0"/>
              <a:t>Hosts need an extra </a:t>
            </a:r>
            <a:r>
              <a:rPr lang="en-US" altLang="zh-CN" dirty="0" err="1"/>
              <a:t>scapy</a:t>
            </a:r>
            <a:r>
              <a:rPr lang="en-US" altLang="zh-CN" dirty="0"/>
              <a:t> script to edit headers.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883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A98B00-EB01-4985-81F8-E47ABFF0CB52}"/>
              </a:ext>
            </a:extLst>
          </p:cNvPr>
          <p:cNvSpPr txBox="1"/>
          <p:nvPr/>
        </p:nvSpPr>
        <p:spPr>
          <a:xfrm>
            <a:off x="999573" y="260058"/>
            <a:ext cx="29322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ICMP ping reply</a:t>
            </a:r>
          </a:p>
          <a:p>
            <a:r>
              <a:rPr lang="en-US" altLang="zh-CN" dirty="0"/>
              <a:t>Also done by a </a:t>
            </a:r>
            <a:r>
              <a:rPr lang="en-US" altLang="zh-CN" dirty="0" err="1"/>
              <a:t>scapy</a:t>
            </a:r>
            <a:r>
              <a:rPr lang="en-US" altLang="zh-CN" dirty="0"/>
              <a:t> script.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F2FB62-6696-4110-A2EE-8958B483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75" y="1216990"/>
            <a:ext cx="9980952" cy="5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7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C99087-D516-4540-A5BC-687D455A06C8}"/>
              </a:ext>
            </a:extLst>
          </p:cNvPr>
          <p:cNvSpPr txBox="1"/>
          <p:nvPr/>
        </p:nvSpPr>
        <p:spPr>
          <a:xfrm>
            <a:off x="860483" y="475861"/>
            <a:ext cx="6093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Controller can send messages to hosts (every n seconds)</a:t>
            </a:r>
          </a:p>
          <a:p>
            <a:r>
              <a:rPr lang="en-US" altLang="zh-CN" dirty="0"/>
              <a:t>Use </a:t>
            </a:r>
            <a:r>
              <a:rPr lang="en-US" altLang="zh-CN" dirty="0" err="1"/>
              <a:t>openflow</a:t>
            </a:r>
            <a:r>
              <a:rPr lang="en-US" altLang="zh-CN" dirty="0"/>
              <a:t> Packet-Out feature</a:t>
            </a:r>
          </a:p>
          <a:p>
            <a:r>
              <a:rPr lang="en-US" altLang="zh-CN" dirty="0"/>
              <a:t>Via UDP port 9999</a:t>
            </a:r>
          </a:p>
          <a:p>
            <a:r>
              <a:rPr lang="en-US" altLang="zh-CN" dirty="0"/>
              <a:t>Hosts need </a:t>
            </a:r>
            <a:r>
              <a:rPr lang="en-US" altLang="zh-CN" dirty="0" err="1"/>
              <a:t>scapy</a:t>
            </a:r>
            <a:r>
              <a:rPr lang="en-US" altLang="zh-CN" dirty="0"/>
              <a:t> scripts to continuously listen to controller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63A70C-3294-4753-9E57-80C84BDC4DE6}"/>
              </a:ext>
            </a:extLst>
          </p:cNvPr>
          <p:cNvSpPr txBox="1"/>
          <p:nvPr/>
        </p:nvSpPr>
        <p:spPr>
          <a:xfrm>
            <a:off x="6676577" y="1855433"/>
            <a:ext cx="298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h1 sends continuously ping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6DC388-E8D0-46DB-B2EB-6240D29A2050}"/>
              </a:ext>
            </a:extLst>
          </p:cNvPr>
          <p:cNvSpPr txBox="1"/>
          <p:nvPr/>
        </p:nvSpPr>
        <p:spPr>
          <a:xfrm>
            <a:off x="1336233" y="2935835"/>
            <a:ext cx="466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Send pkt with path s1-s5-s4 (out port 3-2-1)</a:t>
            </a:r>
            <a:endParaRPr lang="zh-CN" altLang="en-US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C8DDE81F-6843-4093-A9CE-0F69CEF843F4}"/>
              </a:ext>
            </a:extLst>
          </p:cNvPr>
          <p:cNvSpPr/>
          <p:nvPr/>
        </p:nvSpPr>
        <p:spPr>
          <a:xfrm>
            <a:off x="6090651" y="2530136"/>
            <a:ext cx="303171" cy="118073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674645-9604-4241-8AAB-D486FE90FBA5}"/>
              </a:ext>
            </a:extLst>
          </p:cNvPr>
          <p:cNvSpPr txBox="1"/>
          <p:nvPr/>
        </p:nvSpPr>
        <p:spPr>
          <a:xfrm>
            <a:off x="2529114" y="3746603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Receive new path from controller</a:t>
            </a:r>
            <a:endParaRPr lang="zh-CN" altLang="en-US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DA14275C-2C4C-462E-8F03-5E06A048A511}"/>
              </a:ext>
            </a:extLst>
          </p:cNvPr>
          <p:cNvSpPr/>
          <p:nvPr/>
        </p:nvSpPr>
        <p:spPr>
          <a:xfrm>
            <a:off x="6090651" y="4465467"/>
            <a:ext cx="303171" cy="9379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AFFF7C-9E9E-40CB-9B95-AFFCD1A2698F}"/>
              </a:ext>
            </a:extLst>
          </p:cNvPr>
          <p:cNvSpPr txBox="1"/>
          <p:nvPr/>
        </p:nvSpPr>
        <p:spPr>
          <a:xfrm>
            <a:off x="764207" y="4729073"/>
            <a:ext cx="522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Send pkt with path s1-s2-s3-s4 (out port 2-2-2-1)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5C4A036-7787-4AD6-B354-7906E654E764}"/>
              </a:ext>
            </a:extLst>
          </p:cNvPr>
          <p:cNvCxnSpPr>
            <a:cxnSpLocks/>
          </p:cNvCxnSpPr>
          <p:nvPr/>
        </p:nvCxnSpPr>
        <p:spPr>
          <a:xfrm>
            <a:off x="5940256" y="3957903"/>
            <a:ext cx="4944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BCB0CBF8-8832-43D7-A7F9-281C7DD41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722" y="2530136"/>
            <a:ext cx="4891000" cy="292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8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886AA5-1E6F-4B6E-BF9C-6A76B305AB6F}"/>
              </a:ext>
            </a:extLst>
          </p:cNvPr>
          <p:cNvSpPr txBox="1"/>
          <p:nvPr/>
        </p:nvSpPr>
        <p:spPr>
          <a:xfrm>
            <a:off x="1937857" y="1090569"/>
            <a:ext cx="3602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Topology interface: json dictionary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645648-5CD0-4EDA-97AF-C4CAB7FBAC53}"/>
              </a:ext>
            </a:extLst>
          </p:cNvPr>
          <p:cNvSpPr txBox="1"/>
          <p:nvPr/>
        </p:nvSpPr>
        <p:spPr>
          <a:xfrm>
            <a:off x="6990912" y="2344313"/>
            <a:ext cx="385714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# Example: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topo = {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"10.0.0.1": {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    "10.0.0.2": [3, 2, 1]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},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"10.0.0.2": {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    "10.0.0.1": [3, 1, 1]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583A50-214F-46D7-B983-A348E56B0686}"/>
              </a:ext>
            </a:extLst>
          </p:cNvPr>
          <p:cNvSpPr txBox="1"/>
          <p:nvPr/>
        </p:nvSpPr>
        <p:spPr>
          <a:xfrm>
            <a:off x="1105525" y="2214833"/>
            <a:ext cx="4458272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topo = {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Host1 IP: {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    Dst1 IP: [port path Host1 to Dst1],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    Dst2 IP: [port path Host1 to Dst2],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    ...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Host2 IP: {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    Dst1 IP: [port path Host2 to Dst1],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    Dst2 IP: [port path Host2 to Dst2],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    ...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159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FB1F9-4575-4454-98C6-C350EBE2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Improvement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34D212-8CFF-4233-84D2-7CB7EF3CA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Now we send topo to hosts every n seconds.</a:t>
            </a:r>
          </a:p>
          <a:p>
            <a:r>
              <a:rPr lang="en-US" altLang="zh-CN" dirty="0"/>
              <a:t>We don’t need to send the same thing all the time.</a:t>
            </a:r>
          </a:p>
          <a:p>
            <a:r>
              <a:rPr lang="en-US" altLang="zh-CN" dirty="0"/>
              <a:t>Keep monitoring topo (every 0.5s)</a:t>
            </a:r>
          </a:p>
          <a:p>
            <a:r>
              <a:rPr lang="en-US" altLang="zh-CN" dirty="0"/>
              <a:t>Only send topo info if it changes.</a:t>
            </a:r>
          </a:p>
          <a:p>
            <a:endParaRPr lang="en-US" altLang="zh-CN" dirty="0"/>
          </a:p>
          <a:p>
            <a:r>
              <a:rPr lang="en-US" altLang="zh-CN" dirty="0"/>
              <a:t>Other question: Is ping each other enough for the project?</a:t>
            </a:r>
          </a:p>
          <a:p>
            <a:r>
              <a:rPr lang="en-US" altLang="zh-CN" dirty="0"/>
              <a:t>Do we need else like TCP connection?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367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宽屏</PresentationFormat>
  <Paragraphs>80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Improvement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Yuhe Lin</dc:creator>
  <cp:lastModifiedBy>Yuhe Lin</cp:lastModifiedBy>
  <cp:revision>20</cp:revision>
  <dcterms:created xsi:type="dcterms:W3CDTF">2026-06-26T04:24:39Z</dcterms:created>
  <dcterms:modified xsi:type="dcterms:W3CDTF">2026-07-01T09:41:01Z</dcterms:modified>
</cp:coreProperties>
</file>